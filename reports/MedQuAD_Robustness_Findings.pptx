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</c:v>
                </c:pt>
              </c:strCache>
            </c:strRef>
          </c:tx>
          <c:spPr>
            <a:solidFill>
              <a:srgbClr val="3E5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GPT-5.4</c:v>
                  </c:pt>
                  <c:pt idx="1">
                    <c:v>Gemma-4-31B</c:v>
                  </c:pt>
                  <c:pt idx="2">
                    <c:v>Llama-3.1-8B</c:v>
                  </c:pt>
                  <c:pt idx="3">
                    <c:v>Qwen3-32B</c:v>
                  </c:pt>
                  <c:pt idx="4">
                    <c:v>Mistral-7B</c:v>
                  </c:pt>
                  <c:pt idx="5">
                    <c:v>Mixtral-8x7B</c:v>
                  </c:pt>
                  <c:pt idx="6">
                    <c:v>Qwen2.5-32B</c:v>
                  </c:pt>
                  <c:pt idx="7">
                    <c:v>Qwen2.5-14B</c:v>
                  </c:pt>
                  <c:pt idx="8">
                    <c:v>Phi-3-medium</c:v>
                  </c:pt>
                  <c:pt idx="9">
                    <c:v>BioMistral-7B</c:v>
                  </c:pt>
                  <c:pt idx="10">
                    <c:v>Gemma-2-9b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22.1</c:v>
                </c:pt>
                <c:pt idx="1">
                  <c:v>28.3</c:v>
                </c:pt>
                <c:pt idx="2">
                  <c:v>26.4</c:v>
                </c:pt>
                <c:pt idx="3">
                  <c:v>22.3</c:v>
                </c:pt>
                <c:pt idx="4">
                  <c:v>21.3</c:v>
                </c:pt>
                <c:pt idx="5">
                  <c:v>19.1</c:v>
                </c:pt>
                <c:pt idx="6">
                  <c:v>17.8</c:v>
                </c:pt>
                <c:pt idx="7">
                  <c:v>14.3</c:v>
                </c:pt>
                <c:pt idx="8">
                  <c:v>16.1</c:v>
                </c:pt>
                <c:pt idx="9">
                  <c:v>14.5</c:v>
                </c:pt>
                <c:pt idx="10">
                  <c:v>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Noisy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GPT-5.4</c:v>
                  </c:pt>
                  <c:pt idx="1">
                    <c:v>Gemma-4-31B</c:v>
                  </c:pt>
                  <c:pt idx="2">
                    <c:v>Llama-3.1-8B</c:v>
                  </c:pt>
                  <c:pt idx="3">
                    <c:v>Qwen3-32B</c:v>
                  </c:pt>
                  <c:pt idx="4">
                    <c:v>Mistral-7B</c:v>
                  </c:pt>
                  <c:pt idx="5">
                    <c:v>Mixtral-8x7B</c:v>
                  </c:pt>
                  <c:pt idx="6">
                    <c:v>Qwen2.5-32B</c:v>
                  </c:pt>
                  <c:pt idx="7">
                    <c:v>Qwen2.5-14B</c:v>
                  </c:pt>
                  <c:pt idx="8">
                    <c:v>Phi-3-medium</c:v>
                  </c:pt>
                  <c:pt idx="9">
                    <c:v>BioMistral-7B</c:v>
                  </c:pt>
                  <c:pt idx="10">
                    <c:v>Gemma-2-9b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18.5</c:v>
                </c:pt>
                <c:pt idx="1">
                  <c:v>23.9</c:v>
                </c:pt>
                <c:pt idx="2">
                  <c:v>21.5</c:v>
                </c:pt>
                <c:pt idx="3">
                  <c:v>21</c:v>
                </c:pt>
                <c:pt idx="4">
                  <c:v>18.8</c:v>
                </c:pt>
                <c:pt idx="5">
                  <c:v>17.5</c:v>
                </c:pt>
                <c:pt idx="6">
                  <c:v>18.2</c:v>
                </c:pt>
                <c:pt idx="7">
                  <c:v>16.2</c:v>
                </c:pt>
                <c:pt idx="8">
                  <c:v>13.5</c:v>
                </c:pt>
                <c:pt idx="9">
                  <c:v>11.9</c:v>
                </c:pt>
                <c:pt idx="10">
                  <c:v>12.1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Repaired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GPT-5.4</c:v>
                  </c:pt>
                  <c:pt idx="1">
                    <c:v>Gemma-4-31B</c:v>
                  </c:pt>
                  <c:pt idx="2">
                    <c:v>Llama-3.1-8B</c:v>
                  </c:pt>
                  <c:pt idx="3">
                    <c:v>Qwen3-32B</c:v>
                  </c:pt>
                  <c:pt idx="4">
                    <c:v>Mistral-7B</c:v>
                  </c:pt>
                  <c:pt idx="5">
                    <c:v>Mixtral-8x7B</c:v>
                  </c:pt>
                  <c:pt idx="6">
                    <c:v>Qwen2.5-32B</c:v>
                  </c:pt>
                  <c:pt idx="7">
                    <c:v>Qwen2.5-14B</c:v>
                  </c:pt>
                  <c:pt idx="8">
                    <c:v>Phi-3-medium</c:v>
                  </c:pt>
                  <c:pt idx="9">
                    <c:v>BioMistral-7B</c:v>
                  </c:pt>
                  <c:pt idx="10">
                    <c:v>Gemma-2-9b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16.2</c:v>
                </c:pt>
                <c:pt idx="1">
                  <c:v>20.5</c:v>
                </c:pt>
                <c:pt idx="2">
                  <c:v>22.5</c:v>
                </c:pt>
                <c:pt idx="3">
                  <c:v>21</c:v>
                </c:pt>
                <c:pt idx="4">
                  <c:v>18.4</c:v>
                </c:pt>
                <c:pt idx="5">
                  <c:v>15.2</c:v>
                </c:pt>
                <c:pt idx="6">
                  <c:v>16.1</c:v>
                </c:pt>
                <c:pt idx="7">
                  <c:v>15.6</c:v>
                </c:pt>
                <c:pt idx="8">
                  <c:v>13.8</c:v>
                </c:pt>
                <c:pt idx="9">
                  <c:v>11.5</c:v>
                </c:pt>
                <c:pt idx="10">
                  <c:v>11.4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9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3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A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A82"/>
                    </a:solidFill>
                    <a:latin typeface="Arial"/>
                  </a:rPr>
                  <a:t>med_coverage (0-100)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</c:v>
                </c:pt>
              </c:strCache>
            </c:strRef>
          </c:tx>
          <c:spPr>
            <a:solidFill>
              <a:srgbClr val="1E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</c:v>
                  </c:pt>
                  <c:pt idx="1">
                    <c:v>chrF</c:v>
                  </c:pt>
                  <c:pt idx="2">
                    <c:v>ROUGE-L</c:v>
                  </c:pt>
                  <c:pt idx="3">
                    <c:v>tok-F1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3.33</c:v>
                </c:pt>
                <c:pt idx="1">
                  <c:v>32.14</c:v>
                </c:pt>
                <c:pt idx="2">
                  <c:v>18.83</c:v>
                </c:pt>
                <c:pt idx="3">
                  <c:v>32.48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Noisy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</c:v>
                  </c:pt>
                  <c:pt idx="1">
                    <c:v>chrF</c:v>
                  </c:pt>
                  <c:pt idx="2">
                    <c:v>ROUGE-L</c:v>
                  </c:pt>
                  <c:pt idx="3">
                    <c:v>tok-F1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2.43</c:v>
                </c:pt>
                <c:pt idx="1">
                  <c:v>28.49</c:v>
                </c:pt>
                <c:pt idx="2">
                  <c:v>14.69</c:v>
                </c:pt>
                <c:pt idx="3">
                  <c:v>28.05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Repaired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</c:v>
                  </c:pt>
                  <c:pt idx="1">
                    <c:v>chrF</c:v>
                  </c:pt>
                  <c:pt idx="2">
                    <c:v>ROUGE-L</c:v>
                  </c:pt>
                  <c:pt idx="3">
                    <c:v>tok-F1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2.14</c:v>
                </c:pt>
                <c:pt idx="1">
                  <c:v>27.17</c:v>
                </c:pt>
                <c:pt idx="2">
                  <c:v>14.02</c:v>
                </c:pt>
                <c:pt idx="3">
                  <c:v>25.6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</c:v>
                </c:pt>
              </c:strCache>
            </c:strRef>
          </c:tx>
          <c:spPr>
            <a:solidFill>
              <a:srgbClr val="1E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BERTSc</c:v>
                  </c:pt>
                  <c:pt idx="1">
                    <c:v>Intent</c:v>
                  </c:pt>
                  <c:pt idx="2">
                    <c:v>G-Eval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84.5</c:v>
                </c:pt>
                <c:pt idx="1">
                  <c:v>100</c:v>
                </c:pt>
                <c:pt idx="2">
                  <c:v>80.4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Noisy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BERTSc</c:v>
                  </c:pt>
                  <c:pt idx="1">
                    <c:v>Intent</c:v>
                  </c:pt>
                  <c:pt idx="2">
                    <c:v>G-Eval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81.2</c:v>
                </c:pt>
                <c:pt idx="1">
                  <c:v>54.3</c:v>
                </c:pt>
                <c:pt idx="2">
                  <c:v>72.4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Repaired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BERTSc</c:v>
                  </c:pt>
                  <c:pt idx="1">
                    <c:v>Intent</c:v>
                  </c:pt>
                  <c:pt idx="2">
                    <c:v>G-Eval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76.5</c:v>
                </c:pt>
                <c:pt idx="1">
                  <c:v>63.1</c:v>
                </c:pt>
                <c:pt idx="2">
                  <c:v>70.8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</c:v>
                </c:pt>
              </c:strCache>
            </c:strRef>
          </c:tx>
          <c:spPr>
            <a:solidFill>
              <a:srgbClr val="1E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coverage</c:v>
                  </c:pt>
                  <c:pt idx="1">
                    <c:v>precision</c:v>
                  </c:pt>
                  <c:pt idx="2">
                    <c:v>med_F1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22.1</c:v>
                </c:pt>
                <c:pt idx="1">
                  <c:v>33.1</c:v>
                </c:pt>
                <c:pt idx="2">
                  <c:v>25.1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Noisy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coverage</c:v>
                  </c:pt>
                  <c:pt idx="1">
                    <c:v>precision</c:v>
                  </c:pt>
                  <c:pt idx="2">
                    <c:v>med_F1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18.5</c:v>
                </c:pt>
                <c:pt idx="1">
                  <c:v>27.1</c:v>
                </c:pt>
                <c:pt idx="2">
                  <c:v>20.3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Repaired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coverage</c:v>
                  </c:pt>
                  <c:pt idx="1">
                    <c:v>precision</c:v>
                  </c:pt>
                  <c:pt idx="2">
                    <c:v>med_F1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16.2</c:v>
                </c:pt>
                <c:pt idx="1">
                  <c:v>24</c:v>
                </c:pt>
                <c:pt idx="2">
                  <c:v>17.6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med_F1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typos &amp;
grammar</c:v>
                  </c:pt>
                  <c:pt idx="1">
                    <c:v>ambiguity</c:v>
                  </c:pt>
                  <c:pt idx="2">
                    <c:v>layperson</c:v>
                  </c:pt>
                  <c:pt idx="3">
                    <c:v>incomplete</c:v>
                  </c:pt>
                  <c:pt idx="4">
                    <c:v>overgener-
alization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-0.63</c:v>
                </c:pt>
                <c:pt idx="2">
                  <c:v>0</c:v>
                </c:pt>
                <c:pt idx="3">
                  <c:v>-0.06</c:v>
                </c:pt>
                <c:pt idx="4">
                  <c:v>-0.72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token_F1</c:v>
                </c:pt>
              </c:strCache>
            </c:strRef>
          </c:tx>
          <c:spPr>
            <a:solidFill>
              <a:srgbClr val="3E5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typos &amp;
grammar</c:v>
                  </c:pt>
                  <c:pt idx="1">
                    <c:v>ambiguity</c:v>
                  </c:pt>
                  <c:pt idx="2">
                    <c:v>layperson</c:v>
                  </c:pt>
                  <c:pt idx="3">
                    <c:v>incomplete</c:v>
                  </c:pt>
                  <c:pt idx="4">
                    <c:v>overgener-
alization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0.09</c:v>
                </c:pt>
                <c:pt idx="1">
                  <c:v>-0.76</c:v>
                </c:pt>
                <c:pt idx="2">
                  <c:v>-0.18</c:v>
                </c:pt>
                <c:pt idx="3">
                  <c:v>0.53</c:v>
                </c:pt>
                <c:pt idx="4">
                  <c:v>-0.79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med_coverage</c:v>
                </c:pt>
              </c:strCache>
            </c:strRef>
          </c:tx>
          <c:spPr>
            <a:solidFill>
              <a:srgbClr val="5C6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typos &amp;
grammar</c:v>
                  </c:pt>
                  <c:pt idx="1">
                    <c:v>ambiguity</c:v>
                  </c:pt>
                  <c:pt idx="2">
                    <c:v>layperson</c:v>
                  </c:pt>
                  <c:pt idx="3">
                    <c:v>incomplete</c:v>
                  </c:pt>
                  <c:pt idx="4">
                    <c:v>overgener-
alization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-0.01</c:v>
                </c:pt>
                <c:pt idx="1">
                  <c:v>-0.63</c:v>
                </c:pt>
                <c:pt idx="2">
                  <c:v>-0.13</c:v>
                </c:pt>
                <c:pt idx="3">
                  <c:v>0.14</c:v>
                </c:pt>
                <c:pt idx="4">
                  <c:v>-0.62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l"/>
        <c:majorGridlines>
          <c:spPr>
            <a:ln w="6350" cap="flat">
              <a:solidFill>
                <a:srgbClr val="C9D3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A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A82"/>
                    </a:solidFill>
                    <a:latin typeface="Arial"/>
                  </a:rPr>
                  <a:t>Cohen's d (noisy → repaired)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prompt repair make medical QA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more robust to noisy user input?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05840" y="4160520"/>
            <a:ext cx="548640" cy="36576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297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 from a controlled fixed-repair benchmark across 11 LLMs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Ruoxi</a:t>
            </a:r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Columbia University Practicum   ·   April 18,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test prompt repair on medical questions?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ask medical questions imperfectly.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Typos, ambiguity, layperson phrasing, missing context, and over-broad framing all degrade the input that an LLM actually sees.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mitigation is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repair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small LLM-driven step that rewrites the noisy question before it reaches the answering model. The intuition is that a cleaner question yields a safer, more accurate answer.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that intuition has not been measured cleanly across modern open and closed LLMs on a controlled medical-QA benchmark.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4754880" cy="420624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691640"/>
            <a:ext cx="73152" cy="420624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7804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prompt repair systematically improve medical QA robustness under noisy user input?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78040" y="3611880"/>
            <a:ext cx="420624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3703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8040" y="3931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— 47k+ consumer-health Q&amp;A pairs from 12 NIH/NLM sources.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78040" y="4663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TO TEST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8040" y="4892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→ answer should beat noisy → answer on accuracy and on medical content fidelity.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pipelines, one comparison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MedQuAD question we run three pipelines on the same answer model and compare outputs against the gold reference answer.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57600" cy="2743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73152" cy="2743200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· CLEAN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Q_clean → LLM → A_clean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Upper-bound baseline. The model sees the original MedQuAD question.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657600" cy="2743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331720"/>
            <a:ext cx="73152" cy="2743200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· NOISY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Q_noisy → LLM → A_noisy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Lower-bound baseline. The model sees a perturbed version of the same question.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657600" cy="2743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331720"/>
            <a:ext cx="73152" cy="274320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· REPAIRED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Q_noisy → REPAIR → LLM → A_repaired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3749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Treatment. A repair LLM rewrites the noisy question; the answer model then sees that rewrite.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DERIVED METRICS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650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pPr indent="0" marL="0">
              <a:buNone/>
            </a:pPr>
            <a:r>
              <a:rPr lang="en-US" sz="13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clean − noisy     </a:t>
            </a:r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pPr indent="0" marL="0">
              <a:buNone/>
            </a:pPr>
            <a:r>
              <a:rPr lang="en-US" sz="13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repaired − noisy     </a:t>
            </a:r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ratio</a:t>
            </a:r>
            <a:pPr indent="0" marL="0">
              <a:buNone/>
            </a:pPr>
            <a:r>
              <a:rPr lang="en-US" sz="13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recovery / degradation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recovery ratio means repair clawed back ground that noise lost. A negative ratio means repair made things worse.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held constant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118872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 + GPT-5.4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51760" cy="118872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661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pilot subset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651760" cy="118872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types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assigned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691640"/>
            <a:ext cx="2651760" cy="118872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354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/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354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· semantic · domain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Mixtral-8x7B-Instruct (4-bit)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Gemma-4-31B-it (4-bit)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Gemma-2-9b-it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Qwen3-32B (4-bit)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Qwen2.5-32B-Instruct (4-bit)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Qwen2.5-14B-Instruct (4-bit)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Llama-3.1-8B-Instruct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Phi-3-medium-4k-instruct (4-bit)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Mistral-7B-Instruct-v0.3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BioMistral-7B (medical-domain)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TYPES (ROUND-ROBIN)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&amp; grammar  ·  ambiguity  ·  layperson phrasing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questions  ·  overgeneralization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PER PIPELINE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61772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chrF, ROUGE-L, token-F1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BERTScore, intent preservation, G-Eval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med_coverage, med_precision, med_F1  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Fixed-repair mode: noisy &amp; repaired question sets are generated once with GPT-5.4 and reused across all 11 answer models — apples-to-apples.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 often makes medical content worse,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better — even when other metrics look flat.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1155680" cy="0"/>
          </a:xfrm>
          <a:prstGeom prst="line">
            <a:avLst/>
          </a:prstGeom>
          <a:noFill/>
          <a:ln w="9525">
            <a:solidFill>
              <a:srgbClr val="3E5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3657600" cy="2194560"/>
          </a:xfrm>
          <a:prstGeom prst="rect">
            <a:avLst/>
          </a:prstGeom>
          <a:solidFill>
            <a:srgbClr val="3E5E8E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med_coverage on Q_clean answers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657600" cy="2194560"/>
          </a:xfrm>
          <a:prstGeom prst="rect">
            <a:avLst/>
          </a:prstGeom>
          <a:solidFill>
            <a:srgbClr val="3E5E8E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4617720" y="4343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med_coverage drops 16% under noise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657600" cy="219456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16.2</a:t>
            </a:r>
            <a:endParaRPr lang="en-US" sz="7000" dirty="0"/>
          </a:p>
        </p:txBody>
      </p:sp>
      <p:sp>
        <p:nvSpPr>
          <p:cNvPr id="16" name="Text 14"/>
          <p:cNvSpPr/>
          <p:nvPr/>
        </p:nvSpPr>
        <p:spPr>
          <a:xfrm>
            <a:off x="8412480" y="4343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drops it ANOTHER 12%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example  ·  med_coverage recovery ratio  =  </a:t>
            </a:r>
            <a:pPr indent="0" marL="0">
              <a:buNone/>
            </a:pPr>
            <a:r>
              <a:rPr lang="en-US" sz="1300" b="1" i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−61%</a:t>
            </a:r>
            <a:pPr indent="0" marL="0">
              <a:buNone/>
            </a:pPr>
            <a:r>
              <a:rPr lang="en-US" sz="1300" i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semantic metrics (BERTScore, G-Eval) smear this signal — only the domain-specific lexicon catches 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Per-model medical term coverage across pipelines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691640"/>
            <a:ext cx="3017520" cy="44805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0" y="1691640"/>
            <a:ext cx="73152" cy="448056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869680" y="2194560"/>
            <a:ext cx="2743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11 models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repair below noisy on med_coverage.
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recovery ratios: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 (−100%), Gemma-4 (−78%), GPT-5.4 (−61%).
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modest gains: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 (+20%), Phi-3 (+10%).
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BioMistral, the medical-domain model, shows the lowest absolute coverage of any pipeline.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model_comparison.csv (fixed_repair, n=50). med_coverage is recall against a MedQuAD-derived lexicon (3,370 unigrams + 1,991 bigrams + 596 morphology hits).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METRIC FAMILIES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headline finding hid until we added a domain metric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GPT-5.4 run, three different metric lenses. Semantic similarity barely moves between noisy and repaired. The domain-specific signal does.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657600" cy="548640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chrF / ROUGE-L / token-F1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83464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343400" y="2240280"/>
            <a:ext cx="3657600" cy="548640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11" name="Text 8"/>
          <p:cNvSpPr/>
          <p:nvPr/>
        </p:nvSpPr>
        <p:spPr>
          <a:xfrm>
            <a:off x="452628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26280" y="2532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/ Intent / G-Eval</a:t>
            </a:r>
            <a:endParaRPr lang="en-US" sz="9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343400" y="283464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8138160" y="2240280"/>
            <a:ext cx="3657600" cy="54864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15" name="Text 11"/>
          <p:cNvSpPr/>
          <p:nvPr/>
        </p:nvSpPr>
        <p:spPr>
          <a:xfrm>
            <a:off x="832104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(new)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321040" y="2532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med_coverage / med_prec / med_F1</a:t>
            </a:r>
            <a:endParaRPr lang="en-US" sz="90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8138160" y="283464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Shape 13"/>
          <p:cNvSpPr/>
          <p:nvPr/>
        </p:nvSpPr>
        <p:spPr>
          <a:xfrm>
            <a:off x="548640" y="5715000"/>
            <a:ext cx="11155680" cy="5943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9" name="Shape 14"/>
          <p:cNvSpPr/>
          <p:nvPr/>
        </p:nvSpPr>
        <p:spPr>
          <a:xfrm>
            <a:off x="548640" y="5715000"/>
            <a:ext cx="73152" cy="59436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77900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domain metrics matter: </a:t>
            </a:r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stays in the 0.76 – 0.85 band across all three pipelines, masking a real loss of medical content. </a:t>
            </a:r>
            <a:pPr indent="0" marL="0">
              <a:buNone/>
            </a:pPr>
            <a:r>
              <a:rPr lang="en-US" sz="1200" i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med_coverage isolates whether clinically relevant terms survive repair.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STATISTICAL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deltas are real, and where they aren't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paired Wilcoxon tests + Cohen's d on (clean vs noisy) and (noisy vs repaired) pairs, plus 10,000-replicate bootstrap CIs. Findings on GPT-5.4 below; pattern holds across most models.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EFFECTS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E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E8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injection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preservation drops from 1.00 → 0.54  (p ≈ 0.002, d ≈ 1.7 – 5.8 across noise types)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hurts lexical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ROUGE-L, token-F1 drop on most noise types  (p &lt; 0.05 on ambiguity, incomplete)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degrades on overgeneralization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med_coverage drops (p ≈ 0.02, d ≈ −0.62);  med_F1 drops (p ≈ 0.02);  token-F1 drops (p ≈ 0.03)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(YET)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improving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noisy→repaired pairwise gain reaches p &lt; 0.05 on lexical or semantic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 movement under repair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Differences within ±0.04;  noise-floor-dominated at n=50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G-Eval gain from repair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flat or negative;  noisy 3.62 → repaired 3.54 on GPT-5.4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03520"/>
            <a:ext cx="11155680" cy="96012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9" name="Shape 5"/>
          <p:cNvSpPr/>
          <p:nvPr/>
        </p:nvSpPr>
        <p:spPr>
          <a:xfrm>
            <a:off x="548640" y="5303520"/>
            <a:ext cx="73152" cy="96012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3949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77240" y="5650992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n=50, the pilot finds no statistically significant evidence that prompt repair improves any metric in the fixed-repair setting. It does find significant degradation on overgeneralization-style noise. The headline is therefore not 'repair fails' but 'repair has not been shown to help and may quietly hurt domain content'.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NOISE BREAKDOWN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 is most fragile on overgeneralization &amp; ambiguity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863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691640"/>
            <a:ext cx="3017520" cy="42976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0" y="1691640"/>
            <a:ext cx="73152" cy="429768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869680" y="219456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below zero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repair made the answer worse vs noisy.
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Overgeneralization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 consistently negative noise type — repair tends to add detail that drifts from the gold answer.
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similar — repair commits to one reading and can be wrong.
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only category where repair tends to help — adding back missing context is what repair is good at.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080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GPT-5.4, fixed_repair, n=10 per noise type. Cohen's d signs reflect repaired − noisy.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INTERPRETATION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medical QA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9659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1965960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similarity is the wrong lens for clinical content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stays high while a repaired answer quietly drops blood-pressure, dosage, and procedure terms. A model that sounds right on cosine similarity can still be wrong on what a clinician needs to read.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486400" cy="19659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783080"/>
            <a:ext cx="73152" cy="196596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1965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 is not a free safety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5603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 rewrite stage adds a second LLM call and a second failure mode. The pilot shows that on overgeneralization and ambiguity it's a net negative — the repair model commits to a reading that the answer model would have hedged 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86400" cy="19659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977640"/>
            <a:ext cx="73152" cy="1965960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repair does pay off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questions are the consistent winning case: when context is genuinely missing, repair adds it back. This is where future deployments should target repair, not as a blanket pre-processor.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5486400" cy="19659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3977640"/>
            <a:ext cx="73152" cy="1965960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160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Domain-aware metrics belong in the eval stack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4754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5-thousand-token MedQuAD-derived lexicon adds a 60-second pre-processing step and surfaces a finding that BLEU, BERTScore, and G-Eval all missed. Cheap insurance against semantic-only evaluation.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pilot does not yet claim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were called out in the 2026-04-05 audit and shape what the next phase needs to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3657600" cy="54864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 per model is a pilot, not the 1,000-example scientific claim from the project plan. Effect sizes are stable; significance is not.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057400"/>
            <a:ext cx="3657600" cy="54864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repair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frozen repair set comes from GPT-5.4 only. Findings about repair quality are partially tied to that one rewriter.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057400"/>
            <a:ext cx="3657600" cy="54864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Self-repair not yet run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self_repair mode (each model rewrites its own noisy input) is built but unrun. The fixed-repair vs self-repair contrast is the natural next experiment.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60520"/>
            <a:ext cx="3657600" cy="54864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Dictionary-based domain metric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med_coverage is corpus-derived and transparent, but does not capture meaning or relevance — only term presence. Useful as a guardrail signal, not a replacement for clinical eval.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416052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4160520"/>
            <a:ext cx="3657600" cy="54864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Exact-match metric is degenerate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exact_match = 0.00 across every model and pipeline. Expected for free-form QA; kept for audit trail only.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416052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4160520"/>
            <a:ext cx="3657600" cy="54864"/>
          </a:xfrm>
          <a:prstGeom prst="rect">
            <a:avLst/>
          </a:prstGeom>
          <a:solidFill>
            <a:srgbClr val="5C6A82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 model overlap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 uses GPT-5.4-mini, same family as the repair model. Some risk of within-family bias on judge scores.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201168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turns this pilot into the project's headline claim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10332720" cy="0"/>
          </a:xfrm>
          <a:prstGeom prst="line">
            <a:avLst/>
          </a:prstGeom>
          <a:noFill/>
          <a:ln w="19050">
            <a:solidFill>
              <a:srgbClr val="C9D3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395728"/>
            <a:ext cx="329184" cy="329184"/>
          </a:xfrm>
          <a:prstGeom prst="ellipse">
            <a:avLst/>
          </a:prstGeom>
          <a:solidFill>
            <a:srgbClr val="C445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53128" y="2395728"/>
            <a:ext cx="329184" cy="329184"/>
          </a:xfrm>
          <a:prstGeom prst="ellipse">
            <a:avLst/>
          </a:prstGeom>
          <a:solidFill>
            <a:srgbClr val="3E5E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99248" y="2395728"/>
            <a:ext cx="329184" cy="329184"/>
          </a:xfrm>
          <a:prstGeom prst="ellipse">
            <a:avLst/>
          </a:prstGeom>
          <a:solidFill>
            <a:srgbClr val="3E5E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45368" y="2395728"/>
            <a:ext cx="329184" cy="329184"/>
          </a:xfrm>
          <a:prstGeom prst="ellipse">
            <a:avLst/>
          </a:prstGeom>
          <a:solidFill>
            <a:srgbClr val="3E5E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83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788920" cy="2743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00400"/>
            <a:ext cx="2788920" cy="73152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out fixed_repair at n=50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and significance layer already wired in. All 11 models complete.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56432" y="3200400"/>
            <a:ext cx="2788920" cy="2743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56432" y="3200400"/>
            <a:ext cx="2788920" cy="73152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20" name="Text 18"/>
          <p:cNvSpPr/>
          <p:nvPr/>
        </p:nvSpPr>
        <p:spPr>
          <a:xfrm>
            <a:off x="3685032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self_repair at n=50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85032" y="4480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11 models, each rewriting its own noisy input. Diff vs fixed_repair tells us whether end-to-end repair helps in practice.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64224" y="3200400"/>
            <a:ext cx="2788920" cy="2743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64224" y="3200400"/>
            <a:ext cx="2788920" cy="73152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24" name="Text 22"/>
          <p:cNvSpPr/>
          <p:nvPr/>
        </p:nvSpPr>
        <p:spPr>
          <a:xfrm>
            <a:off x="6592824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to n=1,000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92824" y="4480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frozen sets at 1,000 with the validation pass that rejects repair outputs that act as answers or meta text.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72016" y="3200400"/>
            <a:ext cx="2788920" cy="2743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7" name="Shape 25"/>
          <p:cNvSpPr/>
          <p:nvPr/>
        </p:nvSpPr>
        <p:spPr>
          <a:xfrm>
            <a:off x="9272016" y="3200400"/>
            <a:ext cx="2788920" cy="73152"/>
          </a:xfrm>
          <a:prstGeom prst="rect">
            <a:avLst/>
          </a:prstGeom>
          <a:solidFill>
            <a:srgbClr val="3E5E8E"/>
          </a:solidFill>
          <a:ln/>
        </p:spPr>
      </p:sp>
      <p:sp>
        <p:nvSpPr>
          <p:cNvPr id="28" name="Text 26"/>
          <p:cNvSpPr/>
          <p:nvPr/>
        </p:nvSpPr>
        <p:spPr>
          <a:xfrm>
            <a:off x="9500616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Per-noise-type recommendation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00616" y="4480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noise-type × model matrix of where repair helps, where it hurts, and where it's a wash — actionable for any RAG / QA system designer.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9D3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Robustness  ·  Practicum Findings  ·  2026-04-18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051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repair has not, in this pilot, been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shown to systematically improve medical QA.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5840" y="3108960"/>
            <a:ext cx="3383280" cy="2468880"/>
          </a:xfrm>
          <a:prstGeom prst="rect">
            <a:avLst/>
          </a:prstGeom>
          <a:solidFill>
            <a:srgbClr val="3E5E8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3108960"/>
            <a:ext cx="3383280" cy="54864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shown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3886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reliably degrades medical QA. Domain-aware metrics catch a fidelity loss that semantic metrics miss.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3108960"/>
            <a:ext cx="3383280" cy="2468880"/>
          </a:xfrm>
          <a:prstGeom prst="rect">
            <a:avLst/>
          </a:prstGeom>
          <a:solidFill>
            <a:srgbClr val="3E5E8E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3108960"/>
            <a:ext cx="3383280" cy="54864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not shown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886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repair beats noisy on any metric at n=50. The pilot's null result is real, not a methodology gap.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3108960"/>
            <a:ext cx="3383280" cy="2468880"/>
          </a:xfrm>
          <a:prstGeom prst="rect">
            <a:avLst/>
          </a:prstGeom>
          <a:solidFill>
            <a:srgbClr val="3E5E8E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3108960"/>
            <a:ext cx="3383280" cy="54864"/>
          </a:xfrm>
          <a:prstGeom prst="rect">
            <a:avLst/>
          </a:prstGeom>
          <a:solidFill>
            <a:srgbClr val="C4453B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show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3886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self-repair recovers the gap, and whether repair-helps-here findings hold at n=1,000 with statistical significance.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MedQuAD Robustness — Findings Summary</dc:title>
  <dc:subject>PptxGenJS Presentation</dc:subject>
  <dc:creator>Ruoxi</dc:creator>
  <cp:lastModifiedBy>Ruoxi</cp:lastModifiedBy>
  <cp:revision>1</cp:revision>
  <dcterms:created xsi:type="dcterms:W3CDTF">2026-04-18T08:25:02Z</dcterms:created>
  <dcterms:modified xsi:type="dcterms:W3CDTF">2026-04-18T08:25:02Z</dcterms:modified>
</cp:coreProperties>
</file>